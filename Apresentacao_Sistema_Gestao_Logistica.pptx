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LOGÍSTICA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4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Sistema · Apresentação à Gestão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de 2026  ·  Unidades: Dilnor e Nordece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sistema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ferramenta única para a operação diária das duas unidades — no lugar de planilhas soltas e controles em papel.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529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entregues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91840" y="26517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8529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semanas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29000" y="3657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desenvolvimento até aqui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26517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8529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26480" y="3657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em uso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0" y="26517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2F3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8529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823960" y="3657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atendidas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48006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análise de entregas, cálculo automático de produtividade e premiação, escala de carregamento, controle de estoque por fornecedor e agendamento de cargas — com dados de cada unidade isolados e protegidos.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DIÁRIA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   ·  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7772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4315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dia com os principais números: pedidos, status das entregas, produtividade média.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Atalhos diretos para os módulos mais usados no dia a dia.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219456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14315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PARA A GESTÃO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288036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rápida da situação do dia, sem precisar abrir nenhuma planilha.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DIÁRIA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   ·  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7772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4315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Entregas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relatório de entregas exportado do sistema Fusion (.xlsx).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tudo por carga, com filtro por status, motorista e rota.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219456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14315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PARA A GESTÃO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288036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base única de dados: tudo que os outros módulos calculam parte daqui.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DIÁRIA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   ·  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7772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4315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o desempenho de cada carga por quantidade e por peso entregue.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automaticamente em faixas de premiação (verde, azul, laranja, vermelho).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a lista pronta para Excel.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219456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14315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PARA A GESTÃO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288036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o cálculo manual da premiação e garante a mesma regra para todo mundo.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E AGENDA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   ·  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7772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4315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a grade de carregamento: motorista, ajudante, veículo, rota e diária.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quem está na praça e quem está em viagem de vários dias.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o histórico de diárias pagas por pessoa.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219456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14315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PARA A GESTÃO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288036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o quadro ou planilha manual por uma única tela organizada.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E AGENDA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   ·  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7772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4315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Escalas salvas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escalas de dias anteriores.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placa de veículo em todo o histórico.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219456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14315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PARA A GESTÃO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288036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imediata para "quando foi a última vez que esse veículo saiu?".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E AGENDA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   ·  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7772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4315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valores de premiação, editável por cargo e faixa.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motoristas e ajudantes por tipo de operação.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219456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14315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PARA A GESTÃO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288036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pagamento fica documentada e fácil de ajustar quando a política mudar.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E AGENDA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   ·  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7772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4315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 Desempenho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motorista ou ajudante consulta o próprio histórico e ranking.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vê os dados dos colegas.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219456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14315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PARA A GESTÃO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288036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individual sem expor dados de terceiros — menos dúvida sobre premiação.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ESTOQUE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   ·  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7772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4315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 relatório de conferência do ERP e calcula a divergência por produto e por fornecedor.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inventários ao longo do tempo: gráficos de divergência financeira, acuracidade e ranking de maiores diferenças.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um resumo pronto para a gerência.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219456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14315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PARA A GESTÃO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288036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se a divergência de estoque está melhorando ou piorando por fornecedor — hoje só existe se alguém montar isso na mão.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   ·  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7772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4315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cargas a enviar (para quem monta a carga).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recebimentos (para o depósito).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em tabela e em calendário, com impressão em PDF.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219456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14315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PARA A GESTÃO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288036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 o que vai sair e o que vai chegar, evitando surpresa de última hora.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OPERACIONAIS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   ·  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7772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4315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e Controle de KM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automaticamente, a partir da escala do dia, o formulário de entrada e saída de caminhões.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também a folha de controle de quilometragem, ambos com campo de assinatura.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219456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14315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PARA A GESTÃO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288036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portaria não precisa preencher nada na mão — só imprimir, assinar e conferir.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   ·  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7772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4315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do que já foi calculado e gravado.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Busca, exportação para Excel e exclusão, restrito ao administrador.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219456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14315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PARA A GESTÃO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288036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completa de premiações já pagas, com exportação para conferência externa.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   ·  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7772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14315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de corte, metas por faixa de produtividade, regra de sábado.</a:t>
            </a:r>
            <a:endParaRPr lang="en-US" sz="160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e desliga o módulo de pagamento.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60920" y="219456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14315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 PARA A GESTÃO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288036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a política de negócio sem mexer em código — o sistema recalcula sozinho.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dos dados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2F3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606040"/>
            <a:ext cx="82296" cy="16002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706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por unidade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e Nordece nunca veem dados uma da outra — barreira do próprio banco de dados, não só uma tela escondida.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26060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2F3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2606040"/>
            <a:ext cx="82296" cy="16002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7706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níveis de acesso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200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grava e altera tudo; funcionário (consulta) só vê o próprio desempenho.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48056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2F3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4480560"/>
            <a:ext cx="82296" cy="16002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6451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sem internet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conexão cair, o sistema continua operando localmente e sincroniza depois.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448056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F2F3F5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4480560"/>
            <a:ext cx="82296" cy="16002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6451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servidor próprio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5074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Hospedado em nuvem, com atualização automática a cada melhoria — sem custo de infraestrutura dedicada.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315B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16952" y="64008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DILNOR · GESTÃO LOGÍSTICA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8686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3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Despesas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dados já está pronta — falta apenas construir a tela.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F6E4B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C2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3.419 registros históricos da Dilnor (2022–2026) já foram carregados no banco — aluguel, salários e demais contas do balancete mensal.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9319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4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concluído, o módulo vai comparar, mês a mês, o que foi gasto contra o que foi orçado (meta), por grupo de conta — visão que hoje depende de cruzar planilhas manualmente.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31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D9A4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seis semanas, um sistema único passou a cobrir</a:t>
            </a:r>
            <a:endParaRPr lang="en-US" sz="2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entregas, produtividade, escala, portaria, estoque e agendamento</a:t>
            </a:r>
            <a:endParaRPr lang="en-US" sz="2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as duas unidades.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A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Gestão Logística — Dilnor</dc:title>
  <dc:subject>PptxGenJS Presentation</dc:subject>
  <dc:creator>Sistema de Gestão Logística</dc:creator>
  <cp:lastModifiedBy>Sistema de Gestão Logística</cp:lastModifiedBy>
  <cp:revision>1</cp:revision>
  <dcterms:created xsi:type="dcterms:W3CDTF">2026-08-09T19:58:36Z</dcterms:created>
  <dcterms:modified xsi:type="dcterms:W3CDTF">2026-08-09T19:58:36Z</dcterms:modified>
</cp:coreProperties>
</file>