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GESTÃO LOGÍSTICA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spc="4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 do Sistema · Apresentação à Gestão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de 2026  ·  Unidades: Dilnor e Nordece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EXECUTIVO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sistema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ferramenta única para a operação diária das duas unidades — no lugar de planilhas soltas e controles em papel.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2651760"/>
            <a:ext cx="2468880" cy="173736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85292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atualizações entregues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91840" y="2651760"/>
            <a:ext cx="2468880" cy="173736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285292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semanas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429000" y="3657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desenvolvimento até aqui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2651760"/>
            <a:ext cx="2468880" cy="173736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285292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26480" y="3657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em uso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0" y="2651760"/>
            <a:ext cx="2468880" cy="173736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285292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823960" y="3657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atendidas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94360" y="4800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Reúne análise de entregas, cálculo automático de produtividade e premiação, escala de carregamento, controle de estoque por fornecedor e agendamento de cargas — com dados de cada unidade isolados e protegidos.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DIÁRIA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dia com os principais números: pedidos, status das entregas, produtividade média.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Atalhos diretos para os módulos mais usados no dia a dia.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rápida da situação do dia, sem precisar abrir nenhuma planilha.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DIÁRIA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Entregas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relatório de entregas exportado do sistema Fusion (.xlsx).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 tudo por carga, com filtro por status, motorista e rota.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base única de dados: tudo que os outros módulos calculam parte daqui.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DIÁRIA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Produtividade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 o desempenho de cada carga por quantidade e por peso entregue.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 automaticamente em faixas de premiação (verde, azul, laranja, vermelho).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a lista pronta para Excel.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o cálculo manual da premiação e garante a mesma regra para todo mundo.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E AGENDA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 a grade de carregamento: motorista, ajudante, veículo, rota e diária.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quem está na praça e quem está em viagem de vários dias.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o histórico de diárias pagas por pessoa.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 o quadro ou planilha manual por uma única tela organizada.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E AGENDA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Escalas salvas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escalas de dias anteriores.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por placa de veículo em todo o histórico.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imediata para "quando foi a última vez que esse veículo saiu?".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E AGENDA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de valores de premiação, editável por cargo e faixa.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motoristas e ajudantes por tipo de operação.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pagamento fica documentada e fácil de ajustar quando a política mudar.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E AGENDA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 Desempenho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motorista ou ajudante consulta o próprio histórico e ranking.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vê os dados dos colegas.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Transparência individual sem expor dados de terceiros — menos dúvida sobre premiação.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ESTOQUE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Inventário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o relatório de conferência do ERP e calcula a divergência por produto e por fornecedor.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inventários ao longo do tempo: gráficos de divergência financeira, acuracidade e ranking de maiores diferenças.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um resumo pronto para a gerência.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se a divergência de estoque está melhorando ou piorando por fornecedor — hoje só existe se alguém montar isso na mão.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cargas a enviar (para quem monta a carga).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recebimentos (para o depósito).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em tabela e em calendário, com impressão em PDF.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 o que vai sair e o que vai chegar, evitando surpresa de última hora.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OPERACIONAIS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e Controle de KM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automaticamente, a partir da escala do dia, o formulário de entrada e saída de caminhões.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também a folha de controle de quilometragem, ambos com campo de assinatura.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portaria não precisa preencher nada na mão — só imprimir, assinar e conferir.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Salvos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completo do que já foi calculado e gravado.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Busca, exportação para Excel e exclusão, restrito ao administrador.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completa de premiações já pagas, com exportação para conferência externa.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   ·  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7772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431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77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Horário de corte, metas por faixa de produtividade, regra de sábado.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 e desliga o módulo de pagamento.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60920" y="2194560"/>
            <a:ext cx="4160520" cy="3383280"/>
          </a:xfrm>
          <a:prstGeom prst="roundRect">
            <a:avLst>
              <a:gd name="adj" fmla="val 2703"/>
            </a:avLst>
          </a:prstGeom>
          <a:solidFill>
            <a:srgbClr val="14315B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A GESTÃO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35240" y="288036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a política de negócio sem mexer em código — o sistema recalcula sozinho.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315B"/>
          </a:solidFill>
          <a:ln/>
        </p:spPr>
      </p:sp>
      <p:sp>
        <p:nvSpPr>
          <p:cNvPr id="3" name="Shape 1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616952" y="6400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· GESTÃO LOGÍSTICA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dos dados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94360" y="26060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F2F3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606040"/>
            <a:ext cx="82296" cy="16002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7063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 por unidade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32004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Dilnor e Nordece nunca veem dados uma da outra — barreira do próprio banco de dados, não só uma tela escondida.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80760" y="26060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F2F3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80760" y="2606040"/>
            <a:ext cx="82296" cy="16002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77063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níveis de acesso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32004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grava e altera tudo; funcionário (consulta) só vê o próprio desempenho.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448056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F2F3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4480560"/>
            <a:ext cx="82296" cy="16002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6451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sem internet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507492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conexão cair, o sistema continua operando localmente e sincroniza depois.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80760" y="448056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F2F3F5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4480560"/>
            <a:ext cx="82296" cy="160020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46451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servidor próprio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Hospedado em nuvem, com atualização automática a cada melhoria — sem custo de infraestrutura dedicada.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31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D9A42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seis semanas, um sistema único passou a cobrir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entregas, produtividade, escala, portaria, estoque e agendamento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as duas unidades.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A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Gestão Logística — Dilnor</dc:title>
  <dc:subject>PptxGenJS Presentation</dc:subject>
  <dc:creator>Sistema de Gestão Logística</dc:creator>
  <cp:lastModifiedBy>Sistema de Gestão Logística</cp:lastModifiedBy>
  <cp:revision>1</cp:revision>
  <dcterms:created xsi:type="dcterms:W3CDTF">2026-08-12T13:34:26Z</dcterms:created>
  <dcterms:modified xsi:type="dcterms:W3CDTF">2026-08-12T13:34:26Z</dcterms:modified>
</cp:coreProperties>
</file>